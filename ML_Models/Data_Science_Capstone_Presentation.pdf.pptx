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1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9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7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7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6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8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7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5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3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18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1501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5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11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94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5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7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41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Title: Data Science Capstone: Exploratory Analysis and Predictive Modeling</a:t>
            </a:r>
          </a:p>
          <a:p>
            <a:r>
              <a:t>Name: Afnan Badar</a:t>
            </a:r>
          </a:p>
          <a:p>
            <a:r>
              <a:t>Course: IBM Data Science Capstone</a:t>
            </a:r>
          </a:p>
          <a:p>
            <a:r>
              <a:t>Date: September 2025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dataset, perform EDA, visualize insights, build predictive models</a:t>
            </a:r>
          </a:p>
          <a:p>
            <a:r>
              <a:t>Key Findings: Trends in data, predictive model performance</a:t>
            </a:r>
          </a:p>
          <a:p>
            <a:r>
              <a:t>Methodology Overview: EDA → SQL analysis → Interactive maps → Predictive modeling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of project</a:t>
            </a:r>
          </a:p>
          <a:p>
            <a:r>
              <a:t>Importance of data-driven insights</a:t>
            </a:r>
          </a:p>
          <a:p>
            <a:r>
              <a:t>Dataset overview: number of records, variables, types of data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 APIs, CSV, SQL</a:t>
            </a:r>
          </a:p>
          <a:p>
            <a:r>
              <a:t>Techniques: API requests, CSV parsing, SQL queries</a:t>
            </a:r>
          </a:p>
          <a:p>
            <a:r>
              <a:t>Challenges &amp; handling missing data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Wrangling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Cleaning steps: Handling nulls, duplicates, incorrect types</a:t>
            </a:r>
          </a:p>
          <a:p>
            <a:r>
              <a:t>Transformations: Feature encoding, normalization, date parsing</a:t>
            </a:r>
          </a:p>
          <a:p>
            <a:r>
              <a:t>Tools used: Python, Pandas, SQL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EDA &amp; Interactive Visual Analytics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analysis: Summary stats, distributions, correlations</a:t>
            </a:r>
          </a:p>
          <a:p>
            <a:r>
              <a:t>Interactive tools: Plotly, Dash, Folium</a:t>
            </a:r>
          </a:p>
          <a:p>
            <a:r>
              <a:t>Approach to identify patterns and trends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variable: e.g., sales category, wildfire severity</a:t>
            </a:r>
          </a:p>
          <a:p>
            <a:r>
              <a:t>Models used: Logistic Regression, Random Forest, Decision Trees</a:t>
            </a:r>
          </a:p>
          <a:p>
            <a:r>
              <a:t>Evaluation metrics: Accuracy, Precision, Recall, F1-score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Visualization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Distribution of key variables (histograms, bar charts)</a:t>
            </a:r>
          </a:p>
          <a:p>
            <a:r>
              <a:t>Correlation heatmap</a:t>
            </a:r>
          </a:p>
          <a:p>
            <a:r>
              <a:t>Time-series analysis</a:t>
            </a:r>
          </a:p>
          <a:p>
            <a:r>
              <a:t>Top categories or trends</a:t>
            </a:r>
          </a:p>
          <a:p>
            <a:r>
              <a:t>Interactive charts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SQL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statistics via SQL</a:t>
            </a:r>
          </a:p>
          <a:p>
            <a:r>
              <a:t>Aggregations (COUNT, SUM, AVG)</a:t>
            </a:r>
          </a:p>
          <a:p>
            <a:r>
              <a:t>Top N queries</a:t>
            </a:r>
          </a:p>
          <a:p>
            <a:r>
              <a:t>Filtering results (WHERE conditions)</a:t>
            </a:r>
          </a:p>
          <a:p>
            <a:r>
              <a:t>Grouping and JOIN operations</a:t>
            </a:r>
          </a:p>
          <a:p>
            <a:r>
              <a:t>Trend analysis with SQL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Map with Folium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shows geospatial patterns (locations, events)</a:t>
            </a:r>
          </a:p>
          <a:p>
            <a:r>
              <a:t>Features: markers, popups, heatmaps</a:t>
            </a:r>
          </a:p>
          <a:p>
            <a:r>
              <a:t>Insights from spatial analysis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 Dash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with multiple charts</a:t>
            </a:r>
          </a:p>
          <a:p>
            <a:r>
              <a:t>Features: filters, sliders, dropdowns</a:t>
            </a:r>
          </a:p>
          <a:p>
            <a:r>
              <a:t>Purpose: dynamic data exploration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variable distribution</a:t>
            </a:r>
          </a:p>
          <a:p>
            <a:r>
              <a:t>Model results: Confusion Matrix, Accuracy, ROC/AUC</a:t>
            </a:r>
          </a:p>
          <a:p>
            <a:r>
              <a:t>Feature importance visualization</a:t>
            </a:r>
          </a:p>
          <a:p>
            <a:r>
              <a:t>Summary insights on predictive performance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 of insights from EDA, SQL, maps, predictive models</a:t>
            </a:r>
          </a:p>
          <a:p>
            <a:r>
              <a:t>Key actionable insights</a:t>
            </a:r>
          </a:p>
          <a:p>
            <a:r>
              <a:t>Recommendations for stakeholders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Creativity &amp; Innovative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Highlight unique analysis or visualization approaches</a:t>
            </a:r>
          </a:p>
          <a:p>
            <a:r>
              <a:rPr dirty="0"/>
              <a:t>Extra dashboard features or interactive elements</a:t>
            </a:r>
          </a:p>
          <a:p>
            <a:r>
              <a:rPr dirty="0"/>
              <a:t>Unexpected insights discovered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</TotalTime>
  <Words>372</Words>
  <Application>Microsoft Office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Title Slide</vt:lpstr>
      <vt:lpstr>Executive Summary</vt:lpstr>
      <vt:lpstr>Introduction</vt:lpstr>
      <vt:lpstr>Data Collection Methodology</vt:lpstr>
      <vt:lpstr>Data Wrangling Methodology</vt:lpstr>
      <vt:lpstr>EDA &amp; Interactive Visual Analytics Methodology</vt:lpstr>
      <vt:lpstr>Predictive Analysis Methodology</vt:lpstr>
      <vt:lpstr>EDA with Visualization Results</vt:lpstr>
      <vt:lpstr>EDA with SQL Results</vt:lpstr>
      <vt:lpstr>Interactive Map with Folium</vt:lpstr>
      <vt:lpstr>Plotly Dash Dashboard</vt:lpstr>
      <vt:lpstr>Predictive Analysis Results</vt:lpstr>
      <vt:lpstr>Conclusion</vt:lpstr>
      <vt:lpstr>Creativity &amp; Innovative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afnan badar</dc:creator>
  <cp:keywords/>
  <dc:description>generated using python-pptx</dc:description>
  <cp:lastModifiedBy>afnan badar</cp:lastModifiedBy>
  <cp:revision>2</cp:revision>
  <dcterms:created xsi:type="dcterms:W3CDTF">2013-01-27T09:14:16Z</dcterms:created>
  <dcterms:modified xsi:type="dcterms:W3CDTF">2025-09-21T05:28:43Z</dcterms:modified>
  <cp:category/>
</cp:coreProperties>
</file>